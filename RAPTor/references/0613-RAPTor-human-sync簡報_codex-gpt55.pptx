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b424f55c1448b8" /><Relationship Type="http://schemas.openxmlformats.org/officeDocument/2006/relationships/extended-properties" Target="/docProps/app.xml" Id="Rb2d1f8b19a7a4836" /><Relationship Type="http://schemas.openxmlformats.org/officeDocument/2006/relationships/officeDocument" Target="/ppt/presentation.xml" Id="R2fd0ccf1d5bd48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3dffecc9784c06"/>
  </p:sldMasterIdLst>
  <p:notesMasterIdLst>
    <p:notesMasterId xmlns:r="http://schemas.openxmlformats.org/officeDocument/2006/relationships" r:id="R6b4fa0b83579433c"/>
  </p:notesMasterIdLst>
  <p:sldIdLst>
    <p:sldId xmlns:r="http://schemas.openxmlformats.org/officeDocument/2006/relationships" id="256" r:id="Re1d25bbdccc341dd"/>
    <p:sldId xmlns:r="http://schemas.openxmlformats.org/officeDocument/2006/relationships" id="257" r:id="R68d98dc242d24f6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f1e0b25bd544cf" /><Relationship Type="http://schemas.openxmlformats.org/officeDocument/2006/relationships/slideMaster" Target="/ppt/slideMasters/slideMaster1.xml" Id="R623dffecc9784c06" /><Relationship Type="http://schemas.openxmlformats.org/officeDocument/2006/relationships/notesMaster" Target="/ppt/notesMasters/notesMaster1.xml" Id="R6b4fa0b83579433c" /><Relationship Type="http://schemas.openxmlformats.org/officeDocument/2006/relationships/presProps" Target="/ppt/presProps.xml" Id="R60215b10a0bb4f6d" /><Relationship Type="http://schemas.openxmlformats.org/officeDocument/2006/relationships/viewProps" Target="/ppt/viewProps.xml" Id="R36754eb47c0a4af7" /><Relationship Type="http://schemas.openxmlformats.org/officeDocument/2006/relationships/tableStyles" Target="/ppt/tableStyles.xml" Id="Rb0e1378b0c054311" /><Relationship Type="http://schemas.openxmlformats.org/officeDocument/2006/relationships/slide" Target="/ppt/slides/slide1.xml" Id="Re1d25bbdccc341dd" /><Relationship Type="http://schemas.openxmlformats.org/officeDocument/2006/relationships/slide" Target="/ppt/slides/slide2.xml" Id="R68d98dc242d24f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985b6628f74f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169e0d86f647ea" /><Relationship Type="http://schemas.openxmlformats.org/officeDocument/2006/relationships/notesMaster" Target="/ppt/notesMasters/notesMaster1.xml" Id="Rfcb0456a2d414d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e6209d5a314d97" /><Relationship Type="http://schemas.openxmlformats.org/officeDocument/2006/relationships/notesMaster" Target="/ppt/notesMasters/notesMaster1.xml" Id="R4b8ebc6a1e5f42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bda6573d0a47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b12c52cd7e4ed9" /><Relationship Type="http://schemas.openxmlformats.org/officeDocument/2006/relationships/slideLayout" Target="/ppt/slideLayouts/slideLayout1.xml" Id="R9c47b73e6e2b49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47b73e6e2b49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82f2d575c4177" /><Relationship Type="http://schemas.openxmlformats.org/officeDocument/2006/relationships/notesSlide" Target="/ppt/notesSlides/notesSlide1.xml" Id="Rfbb660d74cf144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8145baa11d4873" /><Relationship Type="http://schemas.openxmlformats.org/officeDocument/2006/relationships/notesSlide" Target="/ppt/notesSlides/notesSlide2.xml" Id="Rd5bf54f41505489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78A238-AF92-4A80-B8FC-088605BF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A3592-0425-400B-92F7-C9924AE9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C769F31-2A3F-4780-81B5-71F233FF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9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C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0179821-06D5-4362-A777-351CF3B2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7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F776C"/>
                </a:solidFill>
                <a:latin typeface="Microsoft JhengHei"/>
                <a:ea typeface="Microsoft JhengHei"/>
                <a:cs typeface="Microsoft JhengHei"/>
              </a:rPr>
              <a:t>HUMAN SYNC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87703E-1675-4287-AD3D-233A14B4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752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B2A4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B2A41"/>
                </a:solidFill>
                <a:latin typeface="Microsoft JhengHei"/>
                <a:ea typeface="Microsoft JhengHei"/>
                <a:cs typeface="Microsoft JhengHei"/>
              </a:rPr>
              <a:t>人工改過 SSoT 後，先登錄變更，再讓 RAPTor 驗證一致性。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D9CE79-D513-4E3B-8FA7-B06EAF46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288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4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B7480"/>
                </a:solidFill>
                <a:latin typeface="Microsoft JhengHei"/>
                <a:ea typeface="Microsoft JhengHei"/>
                <a:cs typeface="Microsoft JhengHei"/>
              </a:rPr>
              <a:t>rapt-human-sync 是人工變更進入 RAPTor traceability 的登錄閘；它只登錄，不修復、不重產、不修改 SSoT。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6ACC58-A99A-4871-833C-7940DB6E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33337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7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C5CDE1-4563-4B54-8515-6CE8D1BC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它補上的四個問題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43FF5A-9512-4569-A56B-1E87EFDA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C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6175F7-B5C6-4762-A9A0-0AFE2AD4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528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DE4EE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DDE4EE"/>
                </a:solidFill>
                <a:latin typeface="Consolas"/>
                <a:ea typeface="Consolas"/>
                <a:cs typeface="Consolas"/>
              </a:rPr>
              <a:t>Who / When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24BE8E-CD65-4AB2-A5B1-7C6B2B61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35280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6C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AAB6C6"/>
                </a:solidFill>
                <a:latin typeface="Microsoft JhengHei"/>
                <a:ea typeface="Microsoft JhengHei"/>
                <a:cs typeface="Microsoft JhengHei"/>
              </a:rPr>
              <a:t>Git commit 或 operator + scanned_at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14FCBB-E941-4024-A0F7-DECA9B11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C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E4960B-8AC0-4F73-8983-F7FA6B8D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00475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DE4EE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DDE4EE"/>
                </a:solidFill>
                <a:latin typeface="Consolas"/>
                <a:ea typeface="Consolas"/>
                <a:cs typeface="Consolas"/>
              </a:rPr>
              <a:t>What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E0C60A-59DA-482F-9D50-D21426F9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00475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6C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AAB6C6"/>
                </a:solidFill>
                <a:latin typeface="Microsoft JhengHei"/>
                <a:ea typeface="Microsoft JhengHei"/>
                <a:cs typeface="Microsoft JhengHei"/>
              </a:rPr>
              <a:t>git diff + hunk location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15D85A-18EF-45C6-8922-BFD80747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D9ED34-F151-4F96-AABD-91FA0046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481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DE4EE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DDE4EE"/>
                </a:solidFill>
                <a:latin typeface="Consolas"/>
                <a:ea typeface="Consolas"/>
                <a:cs typeface="Consolas"/>
              </a:rPr>
              <a:t>Why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A0F8E6-BEB6-4E75-A9B7-F68A4425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481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6C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AAB6C6"/>
                </a:solidFill>
                <a:latin typeface="Microsoft JhengHei"/>
                <a:ea typeface="Microsoft JhengHei"/>
                <a:cs typeface="Microsoft JhengHei"/>
              </a:rPr>
              <a:t>human_note / decision_ref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0DF806-59FC-4C53-AF9B-931B4491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C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6D5D60-B010-408B-B5C6-23BCA1E9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95825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DE4EE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DDE4EE"/>
                </a:solidFill>
                <a:latin typeface="Consolas"/>
                <a:ea typeface="Consolas"/>
                <a:cs typeface="Consolas"/>
              </a:rPr>
              <a:t>Impact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C094C9-4821-4A08-A5D7-AFCD51A8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695825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6C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AAB6C6"/>
                </a:solidFill>
                <a:latin typeface="Microsoft JhengHei"/>
                <a:ea typeface="Microsoft JhengHei"/>
                <a:cs typeface="Microsoft JhengHei"/>
              </a:rPr>
              <a:t>manual_change entries 給 verify 消費</a:t>
            </a:r>
          </a:p>
        </p:txBody>
      </p:sp>
      <p:sp>
        <p:nvSpPr>
          <p:cNvPr id="21" name="flow-1-box">
            <a:extLst xmlns:a="http://schemas.openxmlformats.org/drawingml/2006/main">
              <a:ext uri="{FF2B5EF4-FFF2-40B4-BE49-F238E27FC236}">
                <a16:creationId xmlns:a16="http://schemas.microsoft.com/office/drawing/2014/main" id="{39516EA1-A78C-4F52-81A1-4DADFB4D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52700"/>
            <a:ext cx="5905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2" name="flow-1-bar">
            <a:extLst xmlns:a="http://schemas.openxmlformats.org/drawingml/2006/main">
              <a:ext uri="{FF2B5EF4-FFF2-40B4-BE49-F238E27FC236}">
                <a16:creationId xmlns:a16="http://schemas.microsoft.com/office/drawing/2014/main" id="{7B614749-40D8-4CA7-BDE0-BCEAC3E0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5270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6F702D-3233-4C5A-A425-53E93836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241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8A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E8A33D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281025-8FCD-49F2-92EA-64FF05E4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86050"/>
            <a:ext cx="502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2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62E3A"/>
                </a:solidFill>
                <a:latin typeface="Microsoft JhengHei"/>
                <a:ea typeface="Microsoft JhengHei"/>
                <a:cs typeface="Microsoft JhengHei"/>
              </a:rPr>
              <a:t>人工修改 docs/ssot/**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C0F48F-2475-4AC9-8331-2F282829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09900"/>
            <a:ext cx="5029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4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B7480"/>
                </a:solidFill>
                <a:latin typeface="Microsoft JhengHei"/>
                <a:ea typeface="Microsoft JhengHei"/>
                <a:cs typeface="Microsoft JhengHei"/>
              </a:rPr>
              <a:t>BA / SA 審稿後直接修 DBML、haBDD、haARM、haAPI 或 haPDL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DD696C-2AEE-4B64-8832-25FB0296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76600"/>
            <a:ext cx="285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71C57F-B87D-4AE8-89B0-D354DDBB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05200"/>
            <a:ext cx="142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flow-2-box">
            <a:extLst xmlns:a="http://schemas.openxmlformats.org/drawingml/2006/main">
              <a:ext uri="{FF2B5EF4-FFF2-40B4-BE49-F238E27FC236}">
                <a16:creationId xmlns:a16="http://schemas.microsoft.com/office/drawing/2014/main" id="{BB57F0D8-2C38-40B4-9E8D-5069AE69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24250"/>
            <a:ext cx="590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9" name="flow-2-bar">
            <a:extLst xmlns:a="http://schemas.openxmlformats.org/drawingml/2006/main">
              <a:ext uri="{FF2B5EF4-FFF2-40B4-BE49-F238E27FC236}">
                <a16:creationId xmlns:a16="http://schemas.microsoft.com/office/drawing/2014/main" id="{C06349E1-92C8-4C8E-800D-C1AABBB3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24250"/>
            <a:ext cx="114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C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722D5E-35FC-4708-8844-7F5C07FB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957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9C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9C8E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3215AA-A970-4F02-9697-9697D201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57600"/>
            <a:ext cx="502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2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62E3A"/>
                </a:solidFill>
                <a:latin typeface="Microsoft JhengHei"/>
                <a:ea typeface="Microsoft JhengHei"/>
                <a:cs typeface="Microsoft JhengHei"/>
              </a:rPr>
              <a:t>/rapt-human-sync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959EF7-8B1B-4341-9465-8BB51C26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81450"/>
            <a:ext cx="502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4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B7480"/>
                </a:solidFill>
                <a:latin typeface="Microsoft JhengHei"/>
                <a:ea typeface="Microsoft JhengHei"/>
                <a:cs typeface="Microsoft JhengHei"/>
              </a:rPr>
              <a:t>產生 HSYNC、impact-matrix manual_change、Decision Traceability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D161BB-BE32-4521-A12F-8E0F64B2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305300"/>
            <a:ext cx="285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6E2824-0C8F-4BF5-A93A-841BAB32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33900"/>
            <a:ext cx="142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flow-3-box">
            <a:extLst xmlns:a="http://schemas.openxmlformats.org/drawingml/2006/main">
              <a:ext uri="{FF2B5EF4-FFF2-40B4-BE49-F238E27FC236}">
                <a16:creationId xmlns:a16="http://schemas.microsoft.com/office/drawing/2014/main" id="{124E8A55-14C3-42F8-AA58-C5BE4DB3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52950"/>
            <a:ext cx="5905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36" name="flow-3-bar">
            <a:extLst xmlns:a="http://schemas.openxmlformats.org/drawingml/2006/main">
              <a:ext uri="{FF2B5EF4-FFF2-40B4-BE49-F238E27FC236}">
                <a16:creationId xmlns:a16="http://schemas.microsoft.com/office/drawing/2014/main" id="{85AE6905-4878-4AA6-817F-F7793C68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5295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D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DC0E25-5118-450B-8C82-A1F3CC71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7244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A3D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A3D5C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BC2DBB-9648-4923-BD16-E1D68DE3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86300"/>
            <a:ext cx="502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2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62E3A"/>
                </a:solidFill>
                <a:latin typeface="Microsoft JhengHei"/>
                <a:ea typeface="Microsoft JhengHei"/>
                <a:cs typeface="Microsoft JhengHei"/>
              </a:rPr>
              <a:t>/rapt-verify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7CA472-BA49-4D13-8911-46EC20F5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010150"/>
            <a:ext cx="5029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4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B7480"/>
                </a:solidFill>
                <a:latin typeface="Microsoft JhengHei"/>
                <a:ea typeface="Microsoft JhengHei"/>
                <a:cs typeface="Microsoft JhengHei"/>
              </a:rPr>
              <a:t>檢查人工修改後，跨 DSL 是否仍完整、一致、可追溯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8EB0AB-58CA-4408-B841-AB9F4B0D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276850"/>
            <a:ext cx="285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9F24F5-1A11-456E-A793-AB9F55AA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505450"/>
            <a:ext cx="142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flow-4-box">
            <a:extLst xmlns:a="http://schemas.openxmlformats.org/drawingml/2006/main">
              <a:ext uri="{FF2B5EF4-FFF2-40B4-BE49-F238E27FC236}">
                <a16:creationId xmlns:a16="http://schemas.microsoft.com/office/drawing/2014/main" id="{227146B0-4834-485A-B880-C0DAA522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524500"/>
            <a:ext cx="590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43" name="flow-4-bar">
            <a:extLst xmlns:a="http://schemas.openxmlformats.org/drawingml/2006/main">
              <a:ext uri="{FF2B5EF4-FFF2-40B4-BE49-F238E27FC236}">
                <a16:creationId xmlns:a16="http://schemas.microsoft.com/office/drawing/2014/main" id="{623AF611-ED7F-4B51-A260-49D53D00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524500"/>
            <a:ext cx="114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7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82AEB14-6D87-4244-9CD4-523E029F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695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7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F776C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6C877A4-AEEE-4F43-A585-9B1ECF23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657850"/>
            <a:ext cx="502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2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62E3A"/>
                </a:solidFill>
                <a:latin typeface="Microsoft JhengHei"/>
                <a:ea typeface="Microsoft JhengHei"/>
                <a:cs typeface="Microsoft JhengHei"/>
              </a:rPr>
              <a:t>PASS / reconcile / clarify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D1D402C-A9C0-462C-B251-8CFC5651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981700"/>
            <a:ext cx="5029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4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B7480"/>
                </a:solidFill>
                <a:latin typeface="Microsoft JhengHei"/>
                <a:ea typeface="Microsoft JhengHei"/>
                <a:cs typeface="Microsoft JhengHei"/>
              </a:rPr>
              <a:t>可修問題交給 reconcile；語意問題回到 clarify 讓人決策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737337B-3F3B-4946-B919-562602C1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0"/>
            <a:ext cx="1409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A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0B01ED0-CCB9-460F-ACDC-EDB280BF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14350"/>
            <a:ext cx="933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設計理念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FF6A077-9682-4C0D-8D08-0E749B40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1123950"/>
            <a:ext cx="8382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人工修改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就是可追蹤事件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8924E2D-A9C9-4830-ABE7-555D9908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048250"/>
            <a:ext cx="800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8A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E8A33D"/>
                </a:solidFill>
                <a:latin typeface="Microsoft JhengHei"/>
                <a:ea typeface="Microsoft JhengHei"/>
                <a:cs typeface="Microsoft JhengHei"/>
              </a:rPr>
              <a:t>先同步</a:t>
            </a:r>
          </a:p>
          <a:p xmlns:a="http://schemas.openxmlformats.org/drawingml/2006/main">
            <a:pPr algn="ctr">
              <a:defRPr sz="1875" b="1">
                <a:solidFill>
                  <a:srgbClr val="E8A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E8A33D"/>
                </a:solidFill>
                <a:latin typeface="Microsoft JhengHei"/>
                <a:ea typeface="Microsoft JhengHei"/>
                <a:cs typeface="Microsoft JhengHei"/>
              </a:rPr>
              <a:t>再驗證</a:t>
            </a:r>
          </a:p>
        </p:txBody>
      </p:sp>
    </p:spTree>
    <p:extLst>
      <p:ext uri="{BB962C8B-B14F-4D97-AF65-F5344CB8AC3E}">
        <p14:creationId xmlns:p14="http://schemas.microsoft.com/office/powerpoint/2010/main" val="3378346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A68697-7F5C-45F4-803C-FF323ECD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C54C8-4F23-4CE5-B647-4FDD7E67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0159D64-9D7B-4FFF-8E04-F342971D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9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C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3FDE624-2D30-4FA1-A264-001E549D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7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F776C"/>
                </a:solidFill>
                <a:latin typeface="Microsoft JhengHei"/>
                <a:ea typeface="Microsoft JhengHei"/>
                <a:cs typeface="Microsoft JhengHei"/>
              </a:rPr>
              <a:t>OPERATING PATTERN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E3C46D-0ADD-430E-9878-C4E004F8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7905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B2A4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B2A41"/>
                </a:solidFill>
                <a:latin typeface="Microsoft JhengHei"/>
                <a:ea typeface="Microsoft JhengHei"/>
                <a:cs typeface="Microsoft JhengHei"/>
              </a:rPr>
              <a:t>操作心法很簡單：改 SSoT 後，先同步，再驗證。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14B10-F5A0-4323-B547-B87AA0F3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16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4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B7480"/>
                </a:solidFill>
                <a:latin typeface="Microsoft JhengHei"/>
                <a:ea typeface="Microsoft JhengHei"/>
                <a:cs typeface="Microsoft JhengHei"/>
              </a:rPr>
              <a:t>把人工修改轉成可追蹤的 HSYNC + impact entries，讓 verify 知道要檢查哪些下游規格。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089B1E-A69F-4A75-A690-E9E550E6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955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B2A4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B2A41"/>
                </a:solidFill>
                <a:latin typeface="Microsoft JhengHei"/>
                <a:ea typeface="Microsoft JhengHei"/>
                <a:cs typeface="Microsoft JhengHei"/>
              </a:rPr>
              <a:t>三個常見使用情境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D35118-F02A-4E5D-8E9F-003584C1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30289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A452F0-CE97-40DA-ABBB-D4B00E46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3028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36215D-3FCD-44DF-B870-DA7C669D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2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62E3A"/>
                </a:solidFill>
                <a:latin typeface="Microsoft JhengHei"/>
                <a:ea typeface="Microsoft JhengHei"/>
                <a:cs typeface="Microsoft JhengHei"/>
              </a:rPr>
              <a:t>審稿修正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186895-E3AB-433B-81F6-CD405DAD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4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B7480"/>
                </a:solidFill>
                <a:latin typeface="Microsoft JhengHei"/>
                <a:ea typeface="Microsoft JhengHei"/>
                <a:cs typeface="Microsoft JhengHei"/>
              </a:rPr>
              <a:t>BA / SA 直接改 DBML、haBDD、haARM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4716A4-4E91-43E3-B7BB-E7C20FB5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8A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E8A33D"/>
                </a:solidFill>
                <a:latin typeface="Microsoft JhengHei"/>
                <a:ea typeface="Microsoft JhengHei"/>
                <a:cs typeface="Microsoft JhengHei"/>
              </a:rPr>
              <a:t>登錄人工變更與影響範圍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5EC0B6-DD86-445D-885A-90C7966B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52750"/>
            <a:ext cx="30289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E1B0DA-6951-4D04-A60F-AA8FFA1E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52750"/>
            <a:ext cx="3028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C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51E131-AA5A-4AAE-8415-E71984FB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1813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2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62E3A"/>
                </a:solidFill>
                <a:latin typeface="Microsoft JhengHei"/>
                <a:ea typeface="Microsoft JhengHei"/>
                <a:cs typeface="Microsoft JhengHei"/>
              </a:rPr>
              <a:t>需求變更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3BBA8B-ED3F-434B-B00C-7A15F374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50520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4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B7480"/>
                </a:solidFill>
                <a:latin typeface="Microsoft JhengHei"/>
                <a:ea typeface="Microsoft JhengHei"/>
                <a:cs typeface="Microsoft JhengHei"/>
              </a:rPr>
              <a:t>客戶回饋後調整 docs/ssot/**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209D5E-FED6-48AF-A79F-2B2292AA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7190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9C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79C8E"/>
                </a:solidFill>
                <a:latin typeface="Microsoft JhengHei"/>
                <a:ea typeface="Microsoft JhengHei"/>
                <a:cs typeface="Microsoft JhengHei"/>
              </a:rPr>
              <a:t>建立 manual_change impact entries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CC6B5A-D212-470C-AE54-C4B65A08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52750"/>
            <a:ext cx="30289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68225B-5BBE-4C6A-A289-024321C0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52750"/>
            <a:ext cx="3028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D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35CEF0-282D-43C7-B838-3336E85F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813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2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62E3A"/>
                </a:solidFill>
                <a:latin typeface="Microsoft JhengHei"/>
                <a:ea typeface="Microsoft JhengHei"/>
                <a:cs typeface="Microsoft JhengHei"/>
              </a:rPr>
              <a:t>verify 前檢查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8A14F8-277F-489C-9CB0-A0930F96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0520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4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B7480"/>
                </a:solidFill>
                <a:latin typeface="Microsoft JhengHei"/>
                <a:ea typeface="Microsoft JhengHei"/>
                <a:cs typeface="Microsoft JhengHei"/>
              </a:rPr>
              <a:t>發現 SSoT 有未登錄 diff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ABF7EB-D5C7-4865-BB2B-F542B6BF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7190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A3D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2A3D5C"/>
                </a:solidFill>
                <a:latin typeface="Microsoft JhengHei"/>
                <a:ea typeface="Microsoft JhengHei"/>
                <a:cs typeface="Microsoft JhengHei"/>
              </a:rPr>
              <a:t>提醒先補 HSYNC 紀錄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06EC1B-507A-4288-A42B-4C0ED2F2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33900"/>
            <a:ext cx="51435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7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D5024F-EF16-422F-ACAA-C513F599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標準操作路徑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EB8A73-2F4A-4E9E-A816-ADED885B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457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4EE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DDE4EE"/>
                </a:solidFill>
                <a:latin typeface="Consolas"/>
                <a:ea typeface="Consolas"/>
                <a:cs typeface="Consolas"/>
              </a:rPr>
              <a:t>1. 人工修改 docs/ssot/**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A96DCC-6EB1-4693-A2F6-C6E9BFD1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43525"/>
            <a:ext cx="457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4EE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DDE4EE"/>
                </a:solidFill>
                <a:latin typeface="Consolas"/>
                <a:ea typeface="Consolas"/>
                <a:cs typeface="Consolas"/>
              </a:rPr>
              <a:t>2. git commit -m "human: 說明你改了什麼"  # 建議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3FD430-636F-4827-B1D1-8FC8BE70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457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8A33D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8A33D"/>
                </a:solidFill>
                <a:latin typeface="Consolas"/>
                <a:ea typeface="Consolas"/>
                <a:cs typeface="Consolas"/>
              </a:rPr>
              <a:t>3. /rapt-human-sync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869BE2-0919-41E7-9EAE-95D861C2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43575"/>
            <a:ext cx="457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8A33D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8A33D"/>
                </a:solidFill>
                <a:latin typeface="Consolas"/>
                <a:ea typeface="Consolas"/>
                <a:cs typeface="Consolas"/>
              </a:rPr>
              <a:t>4. /rapt-verify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C221CD-5363-4D04-9BA4-4C9BB642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43600"/>
            <a:ext cx="457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4EE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DDE4EE"/>
                </a:solidFill>
                <a:latin typeface="Consolas"/>
                <a:ea typeface="Consolas"/>
                <a:cs typeface="Consolas"/>
              </a:rPr>
              <a:t>5. /rapt-reconcile 或 /rapt-clarify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9C854D-218D-4F41-9648-5503AC05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291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B2A4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B2A41"/>
                </a:solidFill>
                <a:latin typeface="Microsoft JhengHei"/>
                <a:ea typeface="Microsoft JhengHei"/>
                <a:cs typeface="Microsoft JhengHei"/>
              </a:rPr>
              <a:t>培訓時只要記住這條線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7CDE37-19A4-4615-A44C-3ED09336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911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A6AFF5-64A6-4591-B3E8-D9F9EAD2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482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33A6D8-DEB4-4525-A346-EACF5D8E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101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2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62E3A"/>
                </a:solidFill>
                <a:latin typeface="Microsoft JhengHei"/>
                <a:ea typeface="Microsoft JhengHei"/>
                <a:cs typeface="Microsoft JhengHei"/>
              </a:rPr>
              <a:t>改 SSoT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3B69C0-AD19-49BA-B973-7DFB946A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410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C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C1BCAC-F9FA-47C2-8B8C-077EFFD2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4673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3DD3CF-788A-459D-922F-6851DC7C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4292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2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62E3A"/>
                </a:solidFill>
                <a:latin typeface="Microsoft JhengHei"/>
                <a:ea typeface="Microsoft JhengHei"/>
                <a:cs typeface="Microsoft JhengHei"/>
              </a:rPr>
              <a:t>human-sync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9CF4A3-A04D-48C5-8625-274CF229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8293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D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49FBF3-D5A6-4752-AF46-F1DC8C92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8864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8435D3-93C7-4B39-A4B7-2C68EA5A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8483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2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62E3A"/>
                </a:solidFill>
                <a:latin typeface="Microsoft JhengHei"/>
                <a:ea typeface="Microsoft JhengHei"/>
                <a:cs typeface="Microsoft JhengHei"/>
              </a:rPr>
              <a:t>/rapt-verify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943035-B6E7-4A9A-B9B1-26F4E7E9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484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7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4E4F74-DC36-4DDF-AD56-C05DFC58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3055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E1E5A31-71F2-4494-B1AA-97274113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62674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2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62E3A"/>
                </a:solidFill>
                <a:latin typeface="Microsoft JhengHei"/>
                <a:ea typeface="Microsoft JhengHei"/>
                <a:cs typeface="Microsoft JhengHei"/>
              </a:rPr>
              <a:t>修復 / 澄清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C415ED-2AB4-4F22-9548-E5AAB447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0"/>
            <a:ext cx="1562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A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91FC2C3-1B6E-4049-99B5-A933F881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注意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CE4886F-6FC1-4101-82C4-5539B6ED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162050"/>
            <a:ext cx="11049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V1 可處理尚未 commit 的 working tree。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B732A64-7320-414F-8A38-C7B6EF29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686300"/>
            <a:ext cx="1104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BF0D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FBF0DC"/>
                </a:solidFill>
                <a:latin typeface="Microsoft JhengHei"/>
                <a:ea typeface="Microsoft JhengHei"/>
                <a:cs typeface="Microsoft JhengHei"/>
              </a:rPr>
              <a:t>但完整 who / when provenance，仍建議先 commit。</a:t>
            </a:r>
          </a:p>
        </p:txBody>
      </p:sp>
    </p:spTree>
    <p:extLst>
      <p:ext uri="{BB962C8B-B14F-4D97-AF65-F5344CB8AC3E}">
        <p14:creationId xmlns:p14="http://schemas.microsoft.com/office/powerpoint/2010/main" val="13280565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2026-06-13T10:18:04.8470000Z</dcterms:created>
  <dcterms:modified xsi:type="dcterms:W3CDTF">2026-06-13T10:18:04.8470000Z</dcterms:modified>
</coreProperties>
</file>